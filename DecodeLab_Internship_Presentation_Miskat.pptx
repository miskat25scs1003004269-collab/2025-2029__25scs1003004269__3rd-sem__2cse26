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1887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0" y="1691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0" y="265176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0" y="33832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Virtual Internship at DecodeLabs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0" y="4206240"/>
            <a:ext cx="121889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Miskat ul Haque</a:t>
            </a:r>
            <a:endParaRPr lang="en-US" sz="15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Number: 25SCS1003004269</a:t>
            </a:r>
            <a:endParaRPr lang="en-US" sz="15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/ Session: 3rd Semester | 2025-2029</a:t>
            </a:r>
            <a:endParaRPr lang="en-US" sz="15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25 July 2026 - 25 August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and Internship Overview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Internship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1 - Advanced EDA and Feature Engineering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2 - Fraud Detection Pipeline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3 - Customer Segmentation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Learning Outcomes and Conclusion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DecodeLabs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is a virtual internship and industrial training platform.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students build industry-ready skills through mentor-guided, project-based programs.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tracks in AI, Full Stack Development, Python, Data Science, Data Analytics, and Java.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www.decodelabs.tech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Name: DecodeLabs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Profile: Data Science Intern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Designation: Data Science Intern (Virtual Internship)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25 July 2026 to 25 August 2026 (1 Month)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Data Science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Internship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exposure to the complete data science workflow.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classroom concepts of statistics, ML, and programming to real datasets.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proficiency in Pandas, NumPy, and Scikit-Learn.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supervised and unsupervised machine learning techniques.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evaluate models using appropriate metrics, not just accuracy.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the ability to translate technical results into business insight.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1: Advanced EDA and Feature Engineering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Transform raw, chaotic data into a clean dataset ready for ML algorithms.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data using Mean, Median, and KNN imputation.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treated outliers using Z-Score and IQR methods.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at least 3 new predictive features from existing columns.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used: Pandas, NumPy, statistical analysis, feature engineering.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2: Fraud Detection Pipeline (Supervised Learning)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and tune a classification model to detect fraudulent transactions.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SMOTE to handle severe class imbalance.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Logistic Regression and Random Forest using Scikit-Learn pipelines.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using Precision, Recall, and ROC-AUC instead of plain accuracy.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used: classification algorithms, imbalanced data handling, hyperparameter tuning.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3: Customer Segmentation (Unsupervised Learning)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Discover hidden customer groupings in unlabeled retail data.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PCA to reduce 20+ columns into 2-3 dimensions.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Elbow Method and Silhouette Score to find optimal K for K-Means.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resulting clusters into actionable business personas.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used: PCA, K-Means clustering, distance metrics, business translation.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Python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Pandas, NumPy, Scikit-Learn, Matplotlib, Seaborn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Techniques: Imputation, Z-Score/IQR, SMOTE, PCA, K-Means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Metrics: Precision, Recall, ROC-AUC, Silhouette Score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Jupyter Notebook / Google Colab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GitHub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understanding of the complete data science pipeline.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make justified feature engineering and outlier treatment decisions.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why accuracy fails for imbalanced classification problems.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with unsupervised learning and dimensionality reduction.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ability to communicate technical findings as business insights.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 one-month Data Science internship at DecodeLabs.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on three projects: EDA and Feature Engineering, Fraud Detection, and Customer Segmentation.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technical skills in Python, statistics, and machine learning.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ability to structure, document, and present a project.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 bridge the gap between academic learning and industry practice.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0" y="37490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Miskat ul Haque | 25SCS1003004269 | B.Tech CSE, 3rd Semester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0" y="41605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Intern, DecodeLabs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2026-09-03T18:32:34Z</dcterms:created>
  <dcterms:modified xsi:type="dcterms:W3CDTF">2026-09-03T18:32:34Z</dcterms:modified>
</cp:coreProperties>
</file>