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029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nternship/assets/iilm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621792"/>
            <a:ext cx="813816" cy="813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6596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1965960"/>
            <a:ext cx="5943600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Virtual Internship at DecodeLabs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20440" y="38862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Miskat ul Haque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4325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20440" y="432511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25SCS1003004269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47640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20440" y="476402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3rd Semester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52029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20440" y="52029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Internship Overview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0574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60920" y="205740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Internship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375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08760" y="33375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Advanced EDA &amp; Feature Engineering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0" y="324612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33756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60920" y="33375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Fraud Detection Pipeline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1772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46177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Customer Segmentation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09360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61772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60920" y="46177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Learning Outcomes &amp; Conclusion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DecodeLabs &amp; Internship Snapshot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12173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7" name="Image 0" descr="/home/claude/internship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3481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DecodeLabs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internship and industrial-training platform helping students build industry-ready skills through mentor-guided, project-based programs across AI, Full Stack, Python, Data Science, Data Analytics and Java tracks.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5394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www.decodelabs.tech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18745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766560" y="1874520"/>
            <a:ext cx="73152" cy="9601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0" y="19842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PROFILE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40880" y="2258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66560" y="29718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766560" y="2971800"/>
            <a:ext cx="73152" cy="9601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30815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040880" y="33558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 (Virtual)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66560" y="40690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766560" y="4069080"/>
            <a:ext cx="73152" cy="9601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21" name="Text 18"/>
          <p:cNvSpPr/>
          <p:nvPr/>
        </p:nvSpPr>
        <p:spPr>
          <a:xfrm>
            <a:off x="7040880" y="4178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040880" y="44531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Jul 2026 – 25 Aug 2026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66560" y="516636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7F8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766560" y="5166360"/>
            <a:ext cx="73152" cy="9601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25" name="Text 22"/>
          <p:cNvSpPr/>
          <p:nvPr/>
        </p:nvSpPr>
        <p:spPr>
          <a:xfrm>
            <a:off x="7040880" y="52760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040880" y="5550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nternship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2347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exposure to the complete data science workflow — from raw data to actionable insight.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nternship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2347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Learning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classroom concepts of statistics, ML and programming to real, messy datasets.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9600" y="187452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820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nternship/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22347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Tools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58200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proficiency in Pandas, NumPy and Scikit-Learn — the industry-standard Python stack.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02336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internship/icon_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4" y="438363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85800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supervised and unsupervised learning through project-based learning.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402336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internship/icon_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38363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Evaluation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72000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evaluate models with metrics suited to the problem, not accuracy alone.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229600" y="402336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</p:spPr>
      </p:sp>
      <p:sp>
        <p:nvSpPr>
          <p:cNvPr id="31" name="Shape 24"/>
          <p:cNvSpPr/>
          <p:nvPr/>
        </p:nvSpPr>
        <p:spPr>
          <a:xfrm>
            <a:off x="845820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internship/icon_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74" y="438363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5820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58200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ability to translate technical results into business insight.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85800" cy="68580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5" name="Image 0" descr="/home/claude/internship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332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868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EDA &amp; Feature Engineering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2173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91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raw, chaotic data into a mathematically clean dataset ready for machine learning algorithms.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 IMPLEMENTED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7180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data via statistical imputation (Mean / Median / KNN)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neutralized outliers using Z-Scores and the IQR method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at least 3 new predictive features from existing columns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2606040"/>
            <a:ext cx="42976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30632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572000"/>
            <a:ext cx="4297680" cy="1600200"/>
          </a:xfrm>
          <a:prstGeom prst="roundRect">
            <a:avLst>
              <a:gd name="adj" fmla="val 5143"/>
            </a:avLst>
          </a:prstGeom>
          <a:solidFill>
            <a:srgbClr val="3B5BDB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4690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635240" y="4983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enriched, well-structured dataset that formed the reliable foundation for every model built afterward.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85800" cy="68580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5" name="Image 0" descr="/home/claude/internship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332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868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Pipeline (Supervised)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2173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91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tune a classification model to identify fraudulent transactions in a highly imbalanced dataset.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 IMPLEMENTED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7180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SMOTE to handle severe class imbalance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Logistic Regression &amp; Random Forest via Scikit-Learn pipelines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plain Accuracy — evaluated with Precision, Recall &amp; ROC-AUC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2606040"/>
            <a:ext cx="42976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30632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 handling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572000"/>
            <a:ext cx="4297680" cy="1600200"/>
          </a:xfrm>
          <a:prstGeom prst="roundRect">
            <a:avLst>
              <a:gd name="adj" fmla="val 5143"/>
            </a:avLst>
          </a:prstGeom>
          <a:solidFill>
            <a:srgbClr val="3B5BDB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4690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635240" y="4983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fraud-detection model with meaningfully higher Recall and ROC-AUC than a naive baseline.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85800" cy="68580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5" name="Image 0" descr="/home/claude/internship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332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868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(Unsupervised)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2173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91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distance-based algorithms to discover hidden mathematical groupings in unlabeled retail data.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 IMPLEMENTED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7180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PCA to reduce 20+ columns into 2–3 dimensions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Elbow Method &amp; Silhouette Score to justify optimal K for K-Means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resulting clusters into actionable business “personas”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2606040"/>
            <a:ext cx="42976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 APPLIED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30632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(PCA)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572000"/>
            <a:ext cx="4297680" cy="1600200"/>
          </a:xfrm>
          <a:prstGeom prst="roundRect">
            <a:avLst>
              <a:gd name="adj" fmla="val 5143"/>
            </a:avLst>
          </a:prstGeom>
          <a:solidFill>
            <a:srgbClr val="3B5BDB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4690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635240" y="4983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clearly separated, interpretable customer personas ready for targeted marketing.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2029968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6" name="Image 0" descr="/home/claude/internship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21506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33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2029968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11" name="Image 1" descr="/home/claude/internship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9" y="21506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633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 · Matplotlib/Seaborn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2029968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16" name="Image 2" descr="/home/claude/internship/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9" y="215066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633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30768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· Z-Score/IQR · SMOTE · PCA · K-Means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" y="3858768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21" name="Image 3" descr="/home/claude/internship/icon_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397946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44622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8368" y="4754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ROC-AUC · Silhouette Score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65760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858768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26" name="Image 4" descr="/home/claude/internship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269" y="397946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4622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754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Google Colab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65760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430768" y="3858768"/>
            <a:ext cx="502920" cy="50292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31" name="Image 5" descr="/home/claude/internship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469" y="397946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0768" y="44622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30768" y="4754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report, PPT &amp; certificate repository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20665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nternship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218724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practical understanding of the complete data science pipeline — from cleaning to evaluation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807208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2907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nternship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3" y="302849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07208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make justified feature-engineering &amp; outlier-treatment decisions, not blind technique application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648456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621792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internship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386974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48456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understanding of why accuracy fails on imbalanced classification, and which metrics to use instead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4489704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21792" y="4590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internship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3" y="4710989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489704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unsupervised learning &amp; dimensionality reduction for real business problems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5330952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7F8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21792" y="54315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internship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3" y="5552237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5330952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communicate technical findings as clear, actionable business insight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3B5BDB"/>
          </a:solidFill>
          <a:ln/>
        </p:spPr>
      </p:sp>
      <p:pic>
        <p:nvPicPr>
          <p:cNvPr id="4" name="Image 0" descr="/home/claude/internship/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8375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85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one-month Data Science internship at DecodeLabs provided valuable, hands-on exposure to real-world data science workflows through three progressively challenging projects — EDA &amp; feature engineering, supervised fraud detection, and unsupervised customer segmentation.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strengthened both technical skills — Python-based data manipulation, statistics and ML — and professional skills such as structuring, documenting and presenting a project, bridging the gap between academic learning and industry practice.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4531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434340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44531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29768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Duration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434340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44531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5B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04672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ML/Stat Techniques Applied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Science Internship  |  Miskat ul Haque  |  25SCS1003004269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7F8F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F7F8FC"/>
          </a:solidFill>
          <a:ln/>
        </p:spPr>
      </p:sp>
      <p:pic>
        <p:nvPicPr>
          <p:cNvPr id="4" name="Image 0" descr="/home/claude/internship/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0515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1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97196" y="4114800"/>
            <a:ext cx="2194560" cy="0"/>
          </a:xfrm>
          <a:prstGeom prst="line">
            <a:avLst/>
          </a:prstGeom>
          <a:noFill/>
          <a:ln w="38100">
            <a:solidFill>
              <a:srgbClr val="3B5B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Miskat ul Haque   |   25SCS1003004269   |   B.Tech CSE, 3rd Semester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Intern, DecodeLabs  |  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2026-09-08T18:21:29Z</dcterms:created>
  <dcterms:modified xsi:type="dcterms:W3CDTF">2026-09-08T18:21:29Z</dcterms:modified>
</cp:coreProperties>
</file>